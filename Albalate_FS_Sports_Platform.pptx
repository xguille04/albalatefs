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6" r:id="rId9"/>
    <p:sldId id="267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26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C4F9E0-7879-85FB-230F-9AD194DB1480}"/>
              </a:ext>
            </a:extLst>
          </p:cNvPr>
          <p:cNvSpPr/>
          <p:nvPr/>
        </p:nvSpPr>
        <p:spPr>
          <a:xfrm>
            <a:off x="14909800" y="8686800"/>
            <a:ext cx="1346200" cy="381000"/>
          </a:xfrm>
          <a:prstGeom prst="rect">
            <a:avLst/>
          </a:prstGeom>
          <a:solidFill>
            <a:srgbClr val="0D26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CEAC7DC-1077-CB94-0419-2D97A32E69B8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6BF464C-669B-D3BA-94DA-6A60E796CC25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3E19DA-7EAE-CA24-3C02-66B092160C8B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FE7044B-0362-F362-1502-3481D9ED97FA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0547064-391C-2B99-4BDA-04A64FA1701D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FC76967-DECD-A2ED-774D-659988F1C51B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06E05A-8F44-7443-5812-147DA89C4F56}"/>
              </a:ext>
            </a:extLst>
          </p:cNvPr>
          <p:cNvSpPr/>
          <p:nvPr/>
        </p:nvSpPr>
        <p:spPr>
          <a:xfrm>
            <a:off x="14833600" y="8839200"/>
            <a:ext cx="1422400" cy="266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691" y="-2177"/>
            <a:ext cx="16256000" cy="91461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C374647-8AA4-5E89-1133-801FDA42C816}"/>
              </a:ext>
            </a:extLst>
          </p:cNvPr>
          <p:cNvSpPr/>
          <p:nvPr/>
        </p:nvSpPr>
        <p:spPr>
          <a:xfrm>
            <a:off x="14833600" y="8763000"/>
            <a:ext cx="14224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0</Words>
  <Application>Microsoft Office PowerPoint</Application>
  <PresentationFormat>Custom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Ayuda del Rio, Guillermo</cp:lastModifiedBy>
  <cp:revision>2</cp:revision>
  <dcterms:created xsi:type="dcterms:W3CDTF">2006-08-16T00:00:00Z</dcterms:created>
  <dcterms:modified xsi:type="dcterms:W3CDTF">2026-06-04T08:19:27Z</dcterms:modified>
</cp:coreProperties>
</file>